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TeamMatch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3C5FD"/>
                </a:solidFill>
              </a:rPr>
              <a:t>AI-Powered Platform for Forming Better Project Teams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BFE"/>
                </a:solidFill>
              </a:rPr>
              <a:t>Connecting Project Ideas with the Right Students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Presented by: SUGURI SHIVA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Students have project ideas but cannot find the right teammates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Team formation happens through friends, random allocation, or people they already know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Many students have useful skills but don't know which projects need them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No systematic way to match students with projects based on skills and interests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Unbalanced teams with duplicate skills and missing capabilities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Wasted time searching for teammates manually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Our Solution: TeamMatch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Direction 1: Project → Student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Create a project with requirements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AI finds and recommends suitable students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Creator invites students to join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Students accept or decline invitations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Direction 2: Student → Project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Build a skills and interests profile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AI discovers matching projects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Student sees match score and reasons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Student requests to join a project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0" y="1371600"/>
            <a:ext cx="3931920" cy="4114800"/>
          </a:xfrm>
          <a:prstGeom prst="rect">
            <a:avLst>
              <a:gd name="adj" fmla="val 2326"/>
            </a:avLst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137160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Two-Way Matching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core innovation: AI creates connections in BOTH directions between project ideas and students who want to build them.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743200" cy="1097280"/>
          </a:xfrm>
          <a:prstGeom prst="rect">
            <a:avLst>
              <a:gd name="adj" fmla="val 8333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React + TypeScript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1645920"/>
            <a:ext cx="2743200" cy="1097280"/>
          </a:xfrm>
          <a:prstGeom prst="rect">
            <a:avLst>
              <a:gd name="adj" fmla="val 8333"/>
            </a:avLst>
          </a:prstGeom>
          <a:solidFill>
            <a:srgbClr val="F3E8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Tailwind CSS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Styling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1645920"/>
            <a:ext cx="2743200" cy="1097280"/>
          </a:xfrm>
          <a:prstGeom prst="rect">
            <a:avLst>
              <a:gd name="adj" fmla="val 8333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Vite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Build Tool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3200400"/>
            <a:ext cx="2743200" cy="1097280"/>
          </a:xfrm>
          <a:prstGeom prst="rect">
            <a:avLst>
              <a:gd name="adj" fmla="val 8333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200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Express.js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Backend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3200400"/>
            <a:ext cx="2743200" cy="1097280"/>
          </a:xfrm>
          <a:prstGeom prst="rect">
            <a:avLst>
              <a:gd name="adj" fmla="val 8333"/>
            </a:avLst>
          </a:prstGeom>
          <a:solidFill>
            <a:srgbClr val="FFEDD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200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Prisma 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Database Layer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4754880"/>
            <a:ext cx="2743200" cy="1097280"/>
          </a:xfrm>
          <a:prstGeom prst="rect">
            <a:avLst>
              <a:gd name="adj" fmla="val 8333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7548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SQLite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Database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4754880"/>
            <a:ext cx="2743200" cy="1097280"/>
          </a:xfrm>
          <a:prstGeom prst="rect">
            <a:avLst>
              <a:gd name="adj" fmla="val 8333"/>
            </a:avLst>
          </a:prstGeom>
          <a:solidFill>
            <a:srgbClr val="E0F2F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47548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JWT Auth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0" y="4754880"/>
            <a:ext cx="2743200" cy="1097280"/>
          </a:xfrm>
          <a:prstGeom prst="rect">
            <a:avLst>
              <a:gd name="adj" fmla="val 8333"/>
            </a:avLst>
          </a:prstGeom>
          <a:solidFill>
            <a:srgbClr val="FDE68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47548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AI Matching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Engine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Matching Engine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Weighted Scoring Algorithm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828800" cy="457200"/>
          </a:xfrm>
          <a:prstGeom prst="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 Match: 40%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Compares project required skills with student skills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828800" cy="457200"/>
          </a:xfrm>
          <a:prstGeom prst="rect">
            <a:avLst>
              <a:gd name="adj" fmla="val 20000"/>
            </a:avLst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Interest Match: 20%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Matches project domain interests with student interests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1828800" cy="457200"/>
          </a:xfrm>
          <a:prstGeom prst="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 Match: 15%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Checks if student preferred role matches project needs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1828800" cy="457200"/>
          </a:xfrm>
          <a:prstGeom prst="rect">
            <a:avLst>
              <a:gd name="adj" fmla="val 20000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Experience Match: 10%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Compares experience level (Beginner/Intermediate/Advanced)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663440"/>
            <a:ext cx="1828800" cy="457200"/>
          </a:xfrm>
          <a:prstGeom prst="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Availability Match: 10%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Checks overlapping available days/hours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5303520"/>
            <a:ext cx="1828800" cy="457200"/>
          </a:xfrm>
          <a:prstGeom prst="rect">
            <a:avLst>
              <a:gd name="adj" fmla="val 20000"/>
            </a:avLst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Learning Goals: 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Bonus for skills student wants to learn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AI Recommendations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Smart matching with explainable scores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Two-Way Matching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Project finds students AND students find projects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Team Coverage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Analyzes skill coverage, missing skills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Invitation System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Creators invite, students accept/decline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10896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1089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Join Requests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Students request, creators accept/reject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10896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31089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Notifications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Real-time alerts for all activities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54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Search &amp; Filters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5394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Filter by skill, role, experience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7680" y="475488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0" y="4754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8056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Theme Customizer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0560" y="5394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6 color themes users can switch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38160" y="4754880"/>
            <a:ext cx="3474720" cy="1371600"/>
          </a:xfrm>
          <a:prstGeom prst="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0" y="4754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2104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Responsive Design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21040" y="5394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Works on desktop, tablet, mobile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User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188720" cy="1188720"/>
          </a:xfrm>
          <a:prstGeom prst="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Register/Login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37360" y="1828800"/>
            <a:ext cx="1188720" cy="1188720"/>
          </a:xfrm>
          <a:prstGeom prst="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Profile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1188720" cy="1188720"/>
          </a:xfrm>
          <a:prstGeom prst="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Analyzes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1188720" cy="1188720"/>
          </a:xfrm>
          <a:prstGeom prst="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Matches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1188720" cy="1188720"/>
          </a:xfrm>
          <a:prstGeom prst="rect">
            <a:avLst>
              <a:gd name="adj" fmla="val 7692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 Match 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Reasons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89520" y="1828800"/>
            <a:ext cx="1188720" cy="1188720"/>
          </a:xfrm>
          <a:prstGeom prst="rect">
            <a:avLst>
              <a:gd name="adj" fmla="val 7692"/>
            </a:avLst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Invite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3252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1188720" cy="1188720"/>
          </a:xfrm>
          <a:prstGeom prst="rect">
            <a:avLst>
              <a:gd name="adj" fmla="val 7692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Accept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9556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515600" y="1828800"/>
            <a:ext cx="1188720" cy="1188720"/>
          </a:xfrm>
          <a:prstGeom prst="rect">
            <a:avLst>
              <a:gd name="adj" fmla="val 7692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Formed!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Project Creator Flow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1. Create project with requirements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2. AI recommends suitable students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3. View match scores and reasons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4. Invite students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5. Students accept or decline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6. Review join requests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Student Flow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1. Build skills and interests profile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2. AI recommends matching projects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3. View match scores and reasons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4. Request to join projects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5. Creator reviews and accepts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6. Join the team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Database Schema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id, email, password, name, role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7432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student_profiles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userId, college, dept, year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7432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projects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id, title, description, domain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371600"/>
            <a:ext cx="27432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skills / interests / roles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id, name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27432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931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project_members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572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projectId, userId, role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931920"/>
            <a:ext cx="27432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931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invitations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4572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projectId, sender, receiver, 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27432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931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join_requests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4572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projectId, studentId, status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3931920"/>
            <a:ext cx="27432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9052560" y="39319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notifications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0" y="4572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userId, type, title, message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5029200"/>
          </a:xfrm>
          <a:prstGeom prst="rect">
            <a:avLst>
              <a:gd name="adj" fmla="val 3333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27432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560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React 18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TypeScript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Tailwind CSS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Vite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React Router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Lucide Icons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743200" cy="5029200"/>
          </a:xfrm>
          <a:prstGeom prst="rect">
            <a:avLst>
              <a:gd name="adj" fmla="val 3333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371600"/>
            <a:ext cx="27432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Backend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2560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Node.js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Express.js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TypeScript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Prisma ORM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JWT Auth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bcryptjs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743200" cy="5029200"/>
          </a:xfrm>
          <a:prstGeom prst="rect">
            <a:avLst>
              <a:gd name="adj" fmla="val 3333"/>
            </a:avLst>
          </a:prstGeom>
          <a:solidFill>
            <a:srgbClr val="F3E8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71600"/>
            <a:ext cx="27432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Database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194560"/>
            <a:ext cx="2560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SQLite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Prisma Client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14 Tables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UUID Keys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Foreign Keys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Constraints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371600"/>
            <a:ext cx="2743200" cy="5029200"/>
          </a:xfrm>
          <a:prstGeom prst="rect">
            <a:avLst>
              <a:gd name="adj" fmla="val 3333"/>
            </a:avLst>
          </a:prstGeom>
          <a:solidFill>
            <a:srgbClr val="FDE68A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371600"/>
            <a:ext cx="27432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AI Engine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35440" y="2194560"/>
            <a:ext cx="2560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Weighted Scoring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Skill Aliases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Cosine Similarity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Team Coverage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Role Matching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Availability Check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Deployment &amp; Access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474720" cy="2286000"/>
          </a:xfrm>
          <a:prstGeom prst="rect">
            <a:avLst>
              <a:gd name="adj" fmla="val 4000"/>
            </a:avLst>
          </a:prstGeom>
          <a:solidFill>
            <a:srgbClr val="2429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Source Code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Version Control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GitHub.com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645920"/>
            <a:ext cx="3474720" cy="2286000"/>
          </a:xfrm>
          <a:prstGeom prst="rect">
            <a:avLst>
              <a:gd name="adj" fmla="val 4000"/>
            </a:avLst>
          </a:prstGeom>
          <a:solidFill>
            <a:srgbClr val="663399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6459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Render.com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Free Cloud Hosting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 Deploy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teammatch-ai.onrender.com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0" y="1645920"/>
            <a:ext cx="3474720" cy="2286000"/>
          </a:xfrm>
          <a:prstGeom prst="rect">
            <a:avLst>
              <a:gd name="adj" fmla="val 4000"/>
            </a:avLst>
          </a:prstGeom>
          <a:solidFill>
            <a:srgbClr val="003B57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16459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SQLite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Lightweight 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External Needed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Portable &amp; Simple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Access Methods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Online: teammatch-ai.onrender.com (any device, anywhere)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Local: localhost:5173 (on your PC)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Custom URL: teammatchai.local (on your PC)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Phone: Add to home screen from browser menu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Live at: https://teammatch-ai.onrender.com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Demo Accounts (Password: password123)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alice@college.edu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Alice Johnson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Both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bob@college.edu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Bob Smith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Student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carol@college.edu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Carol Davis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Student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dave@college.edu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Dave Wilson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0" y="5120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Student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Future Scope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2103120"/>
          </a:xfrm>
          <a:prstGeom prst="rect">
            <a:avLst>
              <a:gd name="adj" fmla="val 4348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LLM Integration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GPT/Claude for deeper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requirement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2103120"/>
          </a:xfrm>
          <a:prstGeom prst="rect">
            <a:avLst>
              <a:gd name="adj" fmla="val 4348"/>
            </a:avLst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46304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Real-time Chat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377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Built-in messaging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between team members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474720" cy="2103120"/>
          </a:xfrm>
          <a:prstGeom prst="rect">
            <a:avLst>
              <a:gd name="adj" fmla="val 4348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46304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Mobile App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React Native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Android/iOS app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3474720" cy="2103120"/>
          </a:xfrm>
          <a:prstGeom prst="rect">
            <a:avLst>
              <a:gd name="adj" fmla="val 4348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23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Advanced AI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Deep learning for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better predictions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4023360"/>
            <a:ext cx="3474720" cy="2103120"/>
          </a:xfrm>
          <a:prstGeom prst="rect">
            <a:avLst>
              <a:gd name="adj" fmla="val 4348"/>
            </a:avLst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4023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Video Profiles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056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Students add video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intros to profiles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0" y="4023360"/>
            <a:ext cx="3474720" cy="2103120"/>
          </a:xfrm>
          <a:prstGeom prst="rect">
            <a:avLst>
              <a:gd name="adj" fmla="val 4348"/>
            </a:avLst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4023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Analytics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Team performance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tracking &amp; insights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3C5FD"/>
                </a:solidFill>
              </a:rPr>
              <a:t>TeamMatch AI — Connecting Ideas with Talent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BFE"/>
                </a:solidFill>
              </a:rPr>
              <a:t>https://teammatch-ai.onrender.com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2026-09-14T08:54:30Z</dcterms:created>
  <dcterms:modified xsi:type="dcterms:W3CDTF">2026-09-14T08:54:30Z</dcterms:modified>
</cp:coreProperties>
</file>